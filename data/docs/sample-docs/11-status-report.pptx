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Water Weekly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ONLYOFFICE viewer and editor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Covered Document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Markdown, TXT, CSV, JSON, YAML, INI, and SQL use the lightweight preview path.</a:t>
            </a:r>
          </a:p>
          <a:p>
            <a:pPr/>
            <a:r>
              <a:t>DOCX, XLSX, and PPTX use ONLYOFFICE view and edit mode.</a:t>
            </a:r>
          </a:p>
          <a:p>
            <a:pPr/>
            <a:r>
              <a:t>After saving an Office file, index refresh should stay aligned with the file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Open markdown and text files to confirm lightweight preview.</a:t>
            </a:r>
          </a:p>
          <a:p>
            <a:pPr>
              <a:defRPr sz="2000"/>
            </a:pPr>
            <a:r>
              <a:t>2. Open docx, xlsx, and pptx to confirm ONLYOFFICE loads.</a:t>
            </a:r>
          </a:p>
          <a:p>
            <a:pPr>
              <a:defRPr sz="2000"/>
            </a:pPr>
            <a:r>
              <a:t>3. Edit and save an Office file, then verify index refresh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